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E82B6B-91D0-291D-5DB6-0189F2C0D2FC}" v="4" dt="2025-11-25T17:23:52.667"/>
    <p1510:client id="{E3D2BBF7-C8DE-BEF5-A342-88ADAB11E0A4}" v="1" dt="2025-11-25T17:25:22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ĂIȚĂ-IONUȚ NICHITEAN" userId="S::mihaita.nichitean@stud.ubbcluj.ro::99cb2746-739a-4b00-b692-3e8a2547c90b" providerId="AD" clId="Web-{E3D2BBF7-C8DE-BEF5-A342-88ADAB11E0A4}"/>
    <pc:docChg chg="delSld">
      <pc:chgData name="MIHĂIȚĂ-IONUȚ NICHITEAN" userId="S::mihaita.nichitean@stud.ubbcluj.ro::99cb2746-739a-4b00-b692-3e8a2547c90b" providerId="AD" clId="Web-{E3D2BBF7-C8DE-BEF5-A342-88ADAB11E0A4}" dt="2025-11-25T17:25:22.728" v="0"/>
      <pc:docMkLst>
        <pc:docMk/>
      </pc:docMkLst>
      <pc:sldChg chg="del">
        <pc:chgData name="MIHĂIȚĂ-IONUȚ NICHITEAN" userId="S::mihaita.nichitean@stud.ubbcluj.ro::99cb2746-739a-4b00-b692-3e8a2547c90b" providerId="AD" clId="Web-{E3D2BBF7-C8DE-BEF5-A342-88ADAB11E0A4}" dt="2025-11-25T17:25:22.728" v="0"/>
        <pc:sldMkLst>
          <pc:docMk/>
          <pc:sldMk cId="3957408164" sldId="259"/>
        </pc:sldMkLst>
      </pc:sldChg>
    </pc:docChg>
  </pc:docChgLst>
  <pc:docChgLst>
    <pc:chgData name="MIHĂIȚĂ-IONUȚ NICHITEAN" userId="S::mihaita.nichitean@stud.ubbcluj.ro::99cb2746-739a-4b00-b692-3e8a2547c90b" providerId="AD" clId="Web-{DCE82B6B-91D0-291D-5DB6-0189F2C0D2FC}"/>
    <pc:docChg chg="addSld sldOrd">
      <pc:chgData name="MIHĂIȚĂ-IONUȚ NICHITEAN" userId="S::mihaita.nichitean@stud.ubbcluj.ro::99cb2746-739a-4b00-b692-3e8a2547c90b" providerId="AD" clId="Web-{DCE82B6B-91D0-291D-5DB6-0189F2C0D2FC}" dt="2025-11-25T17:23:52.667" v="3"/>
      <pc:docMkLst>
        <pc:docMk/>
      </pc:docMkLst>
      <pc:sldChg chg="ord">
        <pc:chgData name="MIHĂIȚĂ-IONUȚ NICHITEAN" userId="S::mihaita.nichitean@stud.ubbcluj.ro::99cb2746-739a-4b00-b692-3e8a2547c90b" providerId="AD" clId="Web-{DCE82B6B-91D0-291D-5DB6-0189F2C0D2FC}" dt="2025-11-25T17:23:52.667" v="3"/>
        <pc:sldMkLst>
          <pc:docMk/>
          <pc:sldMk cId="0" sldId="257"/>
        </pc:sldMkLst>
      </pc:sldChg>
      <pc:sldChg chg="ord">
        <pc:chgData name="MIHĂIȚĂ-IONUȚ NICHITEAN" userId="S::mihaita.nichitean@stud.ubbcluj.ro::99cb2746-739a-4b00-b692-3e8a2547c90b" providerId="AD" clId="Web-{DCE82B6B-91D0-291D-5DB6-0189F2C0D2FC}" dt="2025-11-25T17:23:50.573" v="2"/>
        <pc:sldMkLst>
          <pc:docMk/>
          <pc:sldMk cId="0" sldId="258"/>
        </pc:sldMkLst>
      </pc:sldChg>
      <pc:sldChg chg="new">
        <pc:chgData name="MIHĂIȚĂ-IONUȚ NICHITEAN" userId="S::mihaita.nichitean@stud.ubbcluj.ro::99cb2746-739a-4b00-b692-3e8a2547c90b" providerId="AD" clId="Web-{DCE82B6B-91D0-291D-5DB6-0189F2C0D2FC}" dt="2025-11-25T17:23:37.151" v="0"/>
        <pc:sldMkLst>
          <pc:docMk/>
          <pc:sldMk cId="3957408164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9979102-866A-1FF3-FF75-4491172A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114"/>
            <a:ext cx="12192000" cy="6645772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C34E2DF2-4F8F-1C04-0106-ABC28E46CAB2}"/>
              </a:ext>
            </a:extLst>
          </p:cNvPr>
          <p:cNvSpPr/>
          <p:nvPr/>
        </p:nvSpPr>
        <p:spPr>
          <a:xfrm>
            <a:off x="6484620" y="807720"/>
            <a:ext cx="1737360" cy="1851660"/>
          </a:xfrm>
          <a:prstGeom prst="ellipse">
            <a:avLst/>
          </a:prstGeom>
          <a:solidFill>
            <a:srgbClr val="ED7D31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7E8ED6D-31A3-A4FE-1CEB-DD4880F0C5B1}"/>
              </a:ext>
            </a:extLst>
          </p:cNvPr>
          <p:cNvSpPr/>
          <p:nvPr/>
        </p:nvSpPr>
        <p:spPr>
          <a:xfrm>
            <a:off x="8481060" y="3444239"/>
            <a:ext cx="1737360" cy="1851660"/>
          </a:xfrm>
          <a:prstGeom prst="ellipse">
            <a:avLst/>
          </a:prstGeom>
          <a:solidFill>
            <a:srgbClr val="ED7D31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8C3367B-C780-B1AB-D9B0-863C0A95E245}"/>
              </a:ext>
            </a:extLst>
          </p:cNvPr>
          <p:cNvSpPr/>
          <p:nvPr/>
        </p:nvSpPr>
        <p:spPr>
          <a:xfrm>
            <a:off x="4488180" y="2924646"/>
            <a:ext cx="2240280" cy="1851660"/>
          </a:xfrm>
          <a:prstGeom prst="ellipse">
            <a:avLst/>
          </a:prstGeom>
          <a:solidFill>
            <a:srgbClr val="ED7D31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6E5A29-B73F-E064-7E46-42034A3CA879}"/>
              </a:ext>
            </a:extLst>
          </p:cNvPr>
          <p:cNvSpPr/>
          <p:nvPr/>
        </p:nvSpPr>
        <p:spPr>
          <a:xfrm>
            <a:off x="6341745" y="4509890"/>
            <a:ext cx="1516380" cy="1497807"/>
          </a:xfrm>
          <a:prstGeom prst="ellipse">
            <a:avLst/>
          </a:prstGeom>
          <a:solidFill>
            <a:srgbClr val="ED7D31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659D7C-461E-C51E-ACE1-45EF9571CCE1}"/>
              </a:ext>
            </a:extLst>
          </p:cNvPr>
          <p:cNvSpPr/>
          <p:nvPr/>
        </p:nvSpPr>
        <p:spPr>
          <a:xfrm>
            <a:off x="7600950" y="1756429"/>
            <a:ext cx="1737360" cy="1708547"/>
          </a:xfrm>
          <a:prstGeom prst="ellipse">
            <a:avLst/>
          </a:prstGeom>
          <a:solidFill>
            <a:srgbClr val="ED7D31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1595BA-2374-9E3A-BA12-D6931E47171E}"/>
              </a:ext>
            </a:extLst>
          </p:cNvPr>
          <p:cNvSpPr/>
          <p:nvPr/>
        </p:nvSpPr>
        <p:spPr>
          <a:xfrm rot="1073695">
            <a:off x="4793054" y="1478136"/>
            <a:ext cx="2277105" cy="921224"/>
          </a:xfrm>
          <a:prstGeom prst="ellipse">
            <a:avLst/>
          </a:prstGeom>
          <a:solidFill>
            <a:srgbClr val="ED7D31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FD47754-38EA-4C7E-AF2F-8A0B6CF520B6}"/>
              </a:ext>
            </a:extLst>
          </p:cNvPr>
          <p:cNvSpPr/>
          <p:nvPr/>
        </p:nvSpPr>
        <p:spPr>
          <a:xfrm>
            <a:off x="6728460" y="2864858"/>
            <a:ext cx="2166937" cy="2057662"/>
          </a:xfrm>
          <a:prstGeom prst="ellipse">
            <a:avLst/>
          </a:prstGeom>
          <a:solidFill>
            <a:srgbClr val="ED7D31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N123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04C623A-472A-834F-F6EC-03A95B7021DC}"/>
              </a:ext>
            </a:extLst>
          </p:cNvPr>
          <p:cNvSpPr/>
          <p:nvPr/>
        </p:nvSpPr>
        <p:spPr>
          <a:xfrm rot="5400000">
            <a:off x="5664762" y="2391090"/>
            <a:ext cx="1841152" cy="726319"/>
          </a:xfrm>
          <a:prstGeom prst="ellipse">
            <a:avLst/>
          </a:prstGeom>
          <a:solidFill>
            <a:srgbClr val="ED7D31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N45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49EDED8-072A-3678-06A1-8CFCF976CFB6}"/>
              </a:ext>
            </a:extLst>
          </p:cNvPr>
          <p:cNvSpPr/>
          <p:nvPr/>
        </p:nvSpPr>
        <p:spPr>
          <a:xfrm rot="4006644">
            <a:off x="5927203" y="3624274"/>
            <a:ext cx="1841152" cy="726319"/>
          </a:xfrm>
          <a:prstGeom prst="ellipse">
            <a:avLst/>
          </a:prstGeom>
          <a:solidFill>
            <a:srgbClr val="ED7D31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N14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A5718E-A48D-1315-DF5A-85C1E081C670}"/>
              </a:ext>
            </a:extLst>
          </p:cNvPr>
          <p:cNvSpPr/>
          <p:nvPr/>
        </p:nvSpPr>
        <p:spPr>
          <a:xfrm rot="20584588">
            <a:off x="6292846" y="2881139"/>
            <a:ext cx="1841152" cy="726319"/>
          </a:xfrm>
          <a:prstGeom prst="ellipse">
            <a:avLst/>
          </a:prstGeom>
          <a:solidFill>
            <a:srgbClr val="ED7D31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N34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E9E2-AB5D-C712-B2AE-59D6DFC18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AB72B-77E4-768B-353A-EAE7ABCA5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3760" cy="1325880"/>
          </a:xfrm>
        </p:spPr>
        <p:txBody>
          <a:bodyPr>
            <a:noAutofit/>
          </a:bodyPr>
          <a:lstStyle/>
          <a:p>
            <a:r>
              <a:rPr lang="en-US" sz="2000" dirty="0" err="1"/>
              <a:t>adresa</a:t>
            </a:r>
            <a:r>
              <a:rPr lang="en-US" sz="2000" dirty="0"/>
              <a:t> de </a:t>
            </a:r>
            <a:r>
              <a:rPr lang="en-US" sz="2000" dirty="0" err="1"/>
              <a:t>retea</a:t>
            </a:r>
            <a:r>
              <a:rPr lang="en-US" sz="2000" dirty="0"/>
              <a:t>: 85</a:t>
            </a:r>
            <a:r>
              <a:rPr lang="ro-RO" altLang="en-US" sz="2000" dirty="0"/>
              <a:t>.</a:t>
            </a:r>
            <a:r>
              <a:rPr lang="en-US" altLang="en-US" sz="2000" dirty="0"/>
              <a:t>162</a:t>
            </a:r>
            <a:r>
              <a:rPr lang="ro-RO" altLang="en-US" sz="2000" dirty="0"/>
              <a:t>.1</a:t>
            </a:r>
            <a:r>
              <a:rPr lang="en-US" altLang="en-US" sz="2000" dirty="0"/>
              <a:t>89</a:t>
            </a:r>
            <a:r>
              <a:rPr lang="ro-RO" altLang="en-US" sz="2000" dirty="0"/>
              <a:t>.0/24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netmask: </a:t>
            </a:r>
            <a:r>
              <a:rPr lang="ro-RO" altLang="en-US" sz="2000" dirty="0"/>
              <a:t>255.255.255.0</a:t>
            </a:r>
            <a:br>
              <a:rPr lang="en-US" sz="2000" dirty="0"/>
            </a:br>
            <a:r>
              <a:rPr lang="en-US" sz="2000" dirty="0" err="1"/>
              <a:t>adresa</a:t>
            </a:r>
            <a:r>
              <a:rPr lang="en-US" sz="2000" dirty="0"/>
              <a:t> </a:t>
            </a:r>
            <a:r>
              <a:rPr lang="en-US" sz="2000" dirty="0" err="1"/>
              <a:t>ip</a:t>
            </a:r>
            <a:r>
              <a:rPr lang="en-US" sz="2000" dirty="0"/>
              <a:t> </a:t>
            </a:r>
            <a:r>
              <a:rPr lang="en-US" sz="2000" dirty="0" err="1"/>
              <a:t>inceput</a:t>
            </a:r>
            <a:r>
              <a:rPr lang="en-US" sz="2000" dirty="0"/>
              <a:t>: 85</a:t>
            </a:r>
            <a:r>
              <a:rPr lang="ro-RO" altLang="en-US" sz="2000" dirty="0"/>
              <a:t>.</a:t>
            </a:r>
            <a:r>
              <a:rPr lang="en-US" altLang="en-US" sz="2000" dirty="0"/>
              <a:t>162</a:t>
            </a:r>
            <a:r>
              <a:rPr lang="ro-RO" altLang="en-US" sz="2000" dirty="0"/>
              <a:t>.1</a:t>
            </a:r>
            <a:r>
              <a:rPr lang="en-US" altLang="en-US" sz="2000" dirty="0"/>
              <a:t>89</a:t>
            </a:r>
            <a:r>
              <a:rPr lang="ro-RO" altLang="en-US" sz="2000" dirty="0"/>
              <a:t>.1</a:t>
            </a:r>
            <a:br>
              <a:rPr lang="en-US" sz="2000" dirty="0"/>
            </a:br>
            <a:r>
              <a:rPr lang="en-US" sz="2000" dirty="0" err="1"/>
              <a:t>adresa</a:t>
            </a:r>
            <a:r>
              <a:rPr lang="en-US" sz="2000" dirty="0"/>
              <a:t> </a:t>
            </a:r>
            <a:r>
              <a:rPr lang="en-US" sz="2000" dirty="0" err="1"/>
              <a:t>ip</a:t>
            </a:r>
            <a:r>
              <a:rPr lang="en-US" sz="2000" dirty="0"/>
              <a:t> final: 85</a:t>
            </a:r>
            <a:r>
              <a:rPr lang="ro-RO" altLang="en-US" sz="2000" dirty="0"/>
              <a:t>.</a:t>
            </a:r>
            <a:r>
              <a:rPr lang="en-US" altLang="en-US" sz="2000" dirty="0"/>
              <a:t>162</a:t>
            </a:r>
            <a:r>
              <a:rPr lang="ro-RO" altLang="en-US" sz="2000" dirty="0"/>
              <a:t>.1</a:t>
            </a:r>
            <a:r>
              <a:rPr lang="en-US" altLang="en-US" sz="2000" dirty="0"/>
              <a:t>89</a:t>
            </a:r>
            <a:r>
              <a:rPr lang="ro-RO" altLang="en-US" sz="2000" dirty="0">
                <a:sym typeface="+mn-ea"/>
              </a:rPr>
              <a:t>.255</a:t>
            </a:r>
            <a:br>
              <a:rPr lang="en-US" sz="2000" dirty="0"/>
            </a:br>
            <a:r>
              <a:rPr lang="en-US" sz="2000" dirty="0"/>
              <a:t>Nr IP-</a:t>
            </a:r>
            <a:r>
              <a:rPr lang="en-US" sz="2000" dirty="0" err="1"/>
              <a:t>uri</a:t>
            </a:r>
            <a:r>
              <a:rPr lang="en-US" sz="2000" dirty="0"/>
              <a:t> </a:t>
            </a:r>
            <a:r>
              <a:rPr lang="en-US" sz="2000" dirty="0" err="1"/>
              <a:t>totale</a:t>
            </a:r>
            <a:r>
              <a:rPr lang="en-US" sz="2000" dirty="0"/>
              <a:t> = </a:t>
            </a:r>
            <a:r>
              <a:rPr lang="ro-RO" altLang="en-US" sz="2000" dirty="0"/>
              <a:t>256 de IP = 2^8</a:t>
            </a:r>
            <a:br>
              <a:rPr lang="en-US" sz="2000" dirty="0"/>
            </a:br>
            <a:endParaRPr lang="en-US" sz="2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198773-11C1-2CFF-3D5B-43833A75F8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359908"/>
              </p:ext>
            </p:extLst>
          </p:nvPr>
        </p:nvGraphicFramePr>
        <p:xfrm>
          <a:off x="200660" y="1825625"/>
          <a:ext cx="1185735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0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7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7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Retea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Nr IP-uri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Dimensiunea retelei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Adresa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retea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adresa de broadcast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48</a:t>
                      </a:r>
                      <a:r>
                        <a:rPr lang="ro-RO" altLang="en-US" dirty="0"/>
                        <a:t> + 1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+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1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+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.0/26</a:t>
                      </a:r>
                      <a:endParaRPr lang="ro-RO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.63</a:t>
                      </a:r>
                      <a:endParaRPr lang="ro-RO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/>
                        <a:t>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52</a:t>
                      </a:r>
                      <a:r>
                        <a:rPr lang="ro-RO" altLang="en-US" dirty="0"/>
                        <a:t> 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.64/26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.127</a:t>
                      </a:r>
                      <a:endParaRPr lang="ro-RO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/>
                        <a:t>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20 </a:t>
                      </a:r>
                      <a:r>
                        <a:rPr lang="ro-RO" altLang="en-US" dirty="0"/>
                        <a:t>+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32</a:t>
                      </a:r>
                      <a:endParaRPr lang="ro-RO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.1</a:t>
                      </a:r>
                      <a:r>
                        <a:rPr lang="en-US" altLang="en-US" sz="1800" dirty="0">
                          <a:sym typeface="+mn-ea"/>
                        </a:rPr>
                        <a:t>28</a:t>
                      </a:r>
                      <a:r>
                        <a:rPr lang="ro-RO" altLang="en-US" sz="1800" dirty="0">
                          <a:sym typeface="+mn-ea"/>
                        </a:rPr>
                        <a:t>/2</a:t>
                      </a:r>
                      <a:r>
                        <a:rPr lang="en-US" altLang="en-US" sz="1800" dirty="0">
                          <a:sym typeface="+mn-ea"/>
                        </a:rPr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.1</a:t>
                      </a:r>
                      <a:r>
                        <a:rPr lang="en-US" altLang="en-US" sz="1800" dirty="0">
                          <a:sym typeface="+mn-ea"/>
                        </a:rPr>
                        <a:t>59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/>
                        <a:t>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16 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.1</a:t>
                      </a:r>
                      <a:r>
                        <a:rPr lang="en-US" altLang="en-US" sz="1800" dirty="0">
                          <a:sym typeface="+mn-ea"/>
                        </a:rPr>
                        <a:t>60</a:t>
                      </a:r>
                      <a:r>
                        <a:rPr lang="ro-RO" altLang="en-US" sz="1800" dirty="0">
                          <a:sym typeface="+mn-ea"/>
                        </a:rPr>
                        <a:t>/27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.1</a:t>
                      </a:r>
                      <a:r>
                        <a:rPr lang="en-US" altLang="en-US" sz="1800" dirty="0">
                          <a:sym typeface="+mn-ea"/>
                        </a:rPr>
                        <a:t>91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4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.1</a:t>
                      </a:r>
                      <a:r>
                        <a:rPr lang="en-US" altLang="en-US" sz="1800" dirty="0">
                          <a:sym typeface="+mn-ea"/>
                        </a:rPr>
                        <a:t>92</a:t>
                      </a:r>
                      <a:r>
                        <a:rPr lang="ro-RO" altLang="en-US" sz="1800" dirty="0">
                          <a:sym typeface="+mn-ea"/>
                        </a:rPr>
                        <a:t>/29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.1</a:t>
                      </a:r>
                      <a:r>
                        <a:rPr lang="en-US" altLang="en-US" sz="1800" dirty="0">
                          <a:sym typeface="+mn-ea"/>
                        </a:rPr>
                        <a:t>99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n</a:t>
                      </a:r>
                      <a:r>
                        <a:rPr lang="en-US" altLang="en-US" dirty="0"/>
                        <a:t>123</a:t>
                      </a:r>
                      <a:endParaRPr lang="ro-RO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2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+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2</a:t>
                      </a:r>
                      <a:r>
                        <a:rPr lang="en-US" altLang="en-US" dirty="0"/>
                        <a:t> + 2</a:t>
                      </a:r>
                      <a:endParaRPr lang="ro-RO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8</a:t>
                      </a:r>
                      <a:endParaRPr lang="ro-RO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</a:t>
                      </a:r>
                      <a:r>
                        <a:rPr lang="en-US" altLang="en-US" sz="1800" dirty="0">
                          <a:sym typeface="+mn-ea"/>
                        </a:rPr>
                        <a:t>200</a:t>
                      </a:r>
                      <a:r>
                        <a:rPr lang="ro-RO" altLang="en-US" sz="1800" dirty="0">
                          <a:sym typeface="+mn-ea"/>
                        </a:rPr>
                        <a:t>/</a:t>
                      </a:r>
                      <a:r>
                        <a:rPr lang="en-US" altLang="en-US" sz="1800" dirty="0">
                          <a:sym typeface="+mn-ea"/>
                        </a:rPr>
                        <a:t>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</a:t>
                      </a:r>
                      <a:r>
                        <a:rPr lang="en-US" altLang="en-US" sz="1800" dirty="0">
                          <a:sym typeface="+mn-ea"/>
                        </a:rPr>
                        <a:t>207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1245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n1</a:t>
                      </a:r>
                      <a:r>
                        <a:rPr lang="en-US" altLang="en-US" dirty="0"/>
                        <a:t>4</a:t>
                      </a:r>
                      <a:endParaRPr lang="ro-RO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2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+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</a:t>
                      </a:r>
                      <a:r>
                        <a:rPr lang="en-US" altLang="en-US" sz="1800" dirty="0">
                          <a:sym typeface="+mn-ea"/>
                        </a:rPr>
                        <a:t>208</a:t>
                      </a:r>
                      <a:r>
                        <a:rPr lang="ro-RO" altLang="en-US" sz="1800" dirty="0">
                          <a:sym typeface="+mn-ea"/>
                        </a:rPr>
                        <a:t>/30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</a:t>
                      </a:r>
                      <a:r>
                        <a:rPr lang="en-US" altLang="en-US" sz="1800" dirty="0">
                          <a:sym typeface="+mn-ea"/>
                        </a:rPr>
                        <a:t>211</a:t>
                      </a:r>
                      <a:endParaRPr lang="ro-RO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n</a:t>
                      </a:r>
                      <a:r>
                        <a:rPr lang="en-US" altLang="en-US" dirty="0"/>
                        <a:t>34</a:t>
                      </a:r>
                      <a:endParaRPr lang="ro-RO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2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+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</a:t>
                      </a:r>
                      <a:r>
                        <a:rPr lang="en-US" altLang="en-US" sz="1800" dirty="0">
                          <a:sym typeface="+mn-ea"/>
                        </a:rPr>
                        <a:t>212</a:t>
                      </a:r>
                      <a:r>
                        <a:rPr lang="ro-RO" altLang="en-US" sz="1800" dirty="0">
                          <a:sym typeface="+mn-ea"/>
                        </a:rPr>
                        <a:t>/30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</a:t>
                      </a:r>
                      <a:r>
                        <a:rPr lang="en-US" altLang="en-US" sz="1800" dirty="0">
                          <a:sym typeface="+mn-ea"/>
                        </a:rPr>
                        <a:t>215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nwifi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2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+</a:t>
                      </a:r>
                      <a:r>
                        <a:rPr lang="en-US" altLang="en-US" dirty="0"/>
                        <a:t> </a:t>
                      </a:r>
                      <a:r>
                        <a:rPr lang="ro-RO" alt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alt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.2</a:t>
                      </a:r>
                      <a:r>
                        <a:rPr lang="en-US" altLang="en-US" sz="1800" dirty="0">
                          <a:sym typeface="+mn-ea"/>
                        </a:rPr>
                        <a:t>16</a:t>
                      </a:r>
                      <a:r>
                        <a:rPr lang="ro-RO" altLang="en-US" sz="1800" dirty="0">
                          <a:sym typeface="+mn-ea"/>
                        </a:rPr>
                        <a:t>/30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85</a:t>
                      </a:r>
                      <a:r>
                        <a:rPr lang="ro-RO" altLang="en-US" sz="1800" dirty="0"/>
                        <a:t>.</a:t>
                      </a:r>
                      <a:r>
                        <a:rPr lang="en-US" altLang="en-US" sz="1800" dirty="0"/>
                        <a:t>162</a:t>
                      </a:r>
                      <a:r>
                        <a:rPr lang="ro-RO" altLang="en-US" sz="1800" dirty="0"/>
                        <a:t>.1</a:t>
                      </a:r>
                      <a:r>
                        <a:rPr lang="en-US" altLang="en-US" sz="1800" dirty="0"/>
                        <a:t>89</a:t>
                      </a:r>
                      <a:r>
                        <a:rPr lang="ro-RO" altLang="en-US" sz="1800" dirty="0">
                          <a:sym typeface="+mn-ea"/>
                        </a:rPr>
                        <a:t>.</a:t>
                      </a:r>
                      <a:r>
                        <a:rPr lang="en-US" altLang="en-US" sz="1800" dirty="0">
                          <a:sym typeface="+mn-ea"/>
                        </a:rPr>
                        <a:t>219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n45</a:t>
                      </a:r>
                      <a:endParaRPr lang="ro-RO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2 + 2</a:t>
                      </a:r>
                      <a:endParaRPr lang="ro-RO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/>
                        <a:t>4</a:t>
                      </a:r>
                      <a:endParaRPr lang="ro-RO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85.162.189.220/30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85.162.189.223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899772"/>
                  </a:ext>
                </a:extLst>
              </a:tr>
            </a:tbl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0908FE27-842D-52FD-D3DF-4856D539C63E}"/>
              </a:ext>
            </a:extLst>
          </p:cNvPr>
          <p:cNvSpPr txBox="1"/>
          <p:nvPr/>
        </p:nvSpPr>
        <p:spPr>
          <a:xfrm>
            <a:off x="5701665" y="195580"/>
            <a:ext cx="6096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 err="1">
                <a:sym typeface="+mn-ea"/>
              </a:rPr>
              <a:t>Adrese</a:t>
            </a:r>
            <a:r>
              <a:rPr lang="en-US" sz="2000" dirty="0">
                <a:sym typeface="+mn-ea"/>
              </a:rPr>
              <a:t> IP </a:t>
            </a:r>
            <a:r>
              <a:rPr lang="en-US" sz="2000" dirty="0" err="1">
                <a:sym typeface="+mn-ea"/>
              </a:rPr>
              <a:t>ramase</a:t>
            </a:r>
            <a:r>
              <a:rPr lang="en-US" sz="2000" dirty="0">
                <a:sym typeface="+mn-ea"/>
              </a:rPr>
              <a:t>:</a:t>
            </a:r>
            <a:r>
              <a:rPr lang="ro-RO" altLang="en-US" sz="2000" dirty="0">
                <a:sym typeface="+mn-ea"/>
              </a:rPr>
              <a:t> </a:t>
            </a:r>
          </a:p>
          <a:p>
            <a:r>
              <a:rPr lang="en-US" sz="2000" dirty="0"/>
              <a:t>85</a:t>
            </a:r>
            <a:r>
              <a:rPr lang="ro-RO" altLang="en-US" sz="2000" dirty="0"/>
              <a:t>.</a:t>
            </a:r>
            <a:r>
              <a:rPr lang="en-US" altLang="en-US" sz="2000" dirty="0"/>
              <a:t>162</a:t>
            </a:r>
            <a:r>
              <a:rPr lang="ro-RO" altLang="en-US" sz="2000" dirty="0"/>
              <a:t>.1</a:t>
            </a:r>
            <a:r>
              <a:rPr lang="en-US" altLang="en-US" sz="2000" dirty="0"/>
              <a:t>89</a:t>
            </a:r>
            <a:r>
              <a:rPr lang="ro-RO" altLang="en-US" sz="2000" dirty="0">
                <a:sym typeface="+mn-ea"/>
              </a:rPr>
              <a:t>.2</a:t>
            </a:r>
            <a:r>
              <a:rPr lang="en-US" altLang="en-US" sz="2000" dirty="0">
                <a:sym typeface="+mn-ea"/>
              </a:rPr>
              <a:t>20</a:t>
            </a:r>
            <a:r>
              <a:rPr lang="ro-RO" altLang="en-US" sz="2000" dirty="0">
                <a:sym typeface="+mn-ea"/>
              </a:rPr>
              <a:t> --- </a:t>
            </a:r>
            <a:r>
              <a:rPr lang="en-US" sz="2000" dirty="0"/>
              <a:t>85</a:t>
            </a:r>
            <a:r>
              <a:rPr lang="ro-RO" altLang="en-US" sz="2000" dirty="0"/>
              <a:t>.</a:t>
            </a:r>
            <a:r>
              <a:rPr lang="en-US" altLang="en-US" sz="2000" dirty="0"/>
              <a:t>162</a:t>
            </a:r>
            <a:r>
              <a:rPr lang="ro-RO" altLang="en-US" sz="2000" dirty="0"/>
              <a:t>.1</a:t>
            </a:r>
            <a:r>
              <a:rPr lang="en-US" altLang="en-US" sz="2000" dirty="0"/>
              <a:t>89</a:t>
            </a:r>
            <a:r>
              <a:rPr lang="ro-RO" altLang="en-US" sz="2000" dirty="0">
                <a:sym typeface="+mn-ea"/>
              </a:rPr>
              <a:t>.255 ---</a:t>
            </a:r>
            <a:r>
              <a:rPr lang="en-US" altLang="en-US" sz="2000" dirty="0">
                <a:sym typeface="+mn-ea"/>
              </a:rPr>
              <a:t> 32</a:t>
            </a:r>
            <a:endParaRPr lang="ro-RO" altLang="en-US" sz="2000" dirty="0">
              <a:sym typeface="+mn-ea"/>
            </a:endParaRPr>
          </a:p>
          <a:p>
            <a:r>
              <a:rPr lang="en-US" sz="2000" strike="sngStrike" dirty="0"/>
              <a:t>85</a:t>
            </a:r>
            <a:r>
              <a:rPr lang="ro-RO" altLang="en-US" sz="2000" strike="sngStrike" dirty="0"/>
              <a:t>.</a:t>
            </a:r>
            <a:r>
              <a:rPr lang="en-US" altLang="en-US" sz="2000" strike="sngStrike" dirty="0"/>
              <a:t>162</a:t>
            </a:r>
            <a:r>
              <a:rPr lang="ro-RO" altLang="en-US" sz="2000" strike="sngStrike" dirty="0"/>
              <a:t>.1</a:t>
            </a:r>
            <a:r>
              <a:rPr lang="en-US" altLang="en-US" sz="2000" strike="sngStrike" dirty="0"/>
              <a:t>89</a:t>
            </a:r>
            <a:r>
              <a:rPr lang="ro-RO" altLang="en-US" sz="2000" strike="sngStrike" dirty="0">
                <a:sym typeface="+mn-ea"/>
              </a:rPr>
              <a:t>.2</a:t>
            </a:r>
            <a:r>
              <a:rPr lang="en-US" altLang="en-US" sz="2000" strike="sngStrike" dirty="0">
                <a:sym typeface="+mn-ea"/>
              </a:rPr>
              <a:t>20</a:t>
            </a:r>
            <a:r>
              <a:rPr lang="ro-RO" altLang="en-US" sz="2000" strike="sngStrike" dirty="0">
                <a:sym typeface="+mn-ea"/>
              </a:rPr>
              <a:t>/</a:t>
            </a:r>
            <a:r>
              <a:rPr lang="en-US" altLang="en-US" sz="2000" strike="sngStrike" dirty="0">
                <a:sym typeface="+mn-ea"/>
              </a:rPr>
              <a:t>30</a:t>
            </a:r>
            <a:r>
              <a:rPr lang="ro-RO" altLang="en-US" sz="2000" strike="sngStrike" dirty="0">
                <a:sym typeface="+mn-ea"/>
              </a:rPr>
              <a:t> = </a:t>
            </a:r>
            <a:r>
              <a:rPr lang="en-US" altLang="en-US" sz="2000" strike="sngStrike" dirty="0">
                <a:sym typeface="+mn-ea"/>
              </a:rPr>
              <a:t>4</a:t>
            </a:r>
            <a:r>
              <a:rPr lang="ro-RO" altLang="en-US" sz="2000" strike="sngStrike" dirty="0">
                <a:sym typeface="+mn-ea"/>
              </a:rPr>
              <a:t> IP-uri</a:t>
            </a:r>
          </a:p>
          <a:p>
            <a:r>
              <a:rPr lang="en-US" sz="2000" dirty="0"/>
              <a:t>85</a:t>
            </a:r>
            <a:r>
              <a:rPr lang="ro-RO" altLang="en-US" sz="2000" dirty="0"/>
              <a:t>.</a:t>
            </a:r>
            <a:r>
              <a:rPr lang="en-US" altLang="en-US" sz="2000" dirty="0"/>
              <a:t>162</a:t>
            </a:r>
            <a:r>
              <a:rPr lang="ro-RO" altLang="en-US" sz="2000" dirty="0"/>
              <a:t>.1</a:t>
            </a:r>
            <a:r>
              <a:rPr lang="en-US" altLang="en-US" sz="2000" dirty="0"/>
              <a:t>89</a:t>
            </a:r>
            <a:r>
              <a:rPr lang="ro-RO" altLang="en-US" sz="2000" dirty="0">
                <a:sym typeface="+mn-ea"/>
              </a:rPr>
              <a:t>.2</a:t>
            </a:r>
            <a:r>
              <a:rPr lang="en-US" altLang="en-US" sz="2000" dirty="0">
                <a:sym typeface="+mn-ea"/>
              </a:rPr>
              <a:t>24</a:t>
            </a:r>
            <a:r>
              <a:rPr lang="ro-RO" altLang="en-US" sz="2000" dirty="0">
                <a:sym typeface="+mn-ea"/>
              </a:rPr>
              <a:t>/</a:t>
            </a:r>
            <a:r>
              <a:rPr lang="en-US" altLang="en-US" sz="2000" dirty="0">
                <a:sym typeface="+mn-ea"/>
              </a:rPr>
              <a:t>27</a:t>
            </a:r>
            <a:r>
              <a:rPr lang="ro-RO" altLang="en-US" sz="2000" dirty="0">
                <a:sym typeface="+mn-ea"/>
              </a:rPr>
              <a:t> = </a:t>
            </a:r>
            <a:r>
              <a:rPr lang="en-US" altLang="en-US" sz="2000" dirty="0">
                <a:sym typeface="+mn-ea"/>
              </a:rPr>
              <a:t>32</a:t>
            </a:r>
            <a:r>
              <a:rPr lang="ro-RO" altLang="en-US" sz="2000" dirty="0">
                <a:sym typeface="+mn-ea"/>
              </a:rPr>
              <a:t> IP-uri</a:t>
            </a:r>
          </a:p>
          <a:p>
            <a:endParaRPr lang="en-US" sz="2000" dirty="0">
              <a:sym typeface="+mn-ea"/>
            </a:endParaRPr>
          </a:p>
          <a:p>
            <a:endParaRPr lang="en-US" sz="20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9064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C1E84816DE8C4AACBA26FEBEAB3FFD" ma:contentTypeVersion="3" ma:contentTypeDescription="Create a new document." ma:contentTypeScope="" ma:versionID="230df9b150ba82bbe1d7088347555dcd">
  <xsd:schema xmlns:xsd="http://www.w3.org/2001/XMLSchema" xmlns:xs="http://www.w3.org/2001/XMLSchema" xmlns:p="http://schemas.microsoft.com/office/2006/metadata/properties" xmlns:ns2="816664ff-28a2-413f-be16-6985704cf4a7" targetNamespace="http://schemas.microsoft.com/office/2006/metadata/properties" ma:root="true" ma:fieldsID="505df739a032eb0202b976a9bbaae5a7" ns2:_="">
    <xsd:import namespace="816664ff-28a2-413f-be16-6985704cf4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6664ff-28a2-413f-be16-6985704cf4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47BFA6-B78E-404B-B078-091B5D90002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7BD7FF5-15A2-470F-BB2A-07E4808835D1}">
  <ds:schemaRefs>
    <ds:schemaRef ds:uri="816664ff-28a2-413f-be16-6985704cf4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816CC8D-7BB1-4CE7-8485-63F9B5C01B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298</Words>
  <Application>Microsoft Office PowerPoint</Application>
  <PresentationFormat>Widescreen</PresentationFormat>
  <Paragraphs>64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adresa de retea: 85.162.189.0/24  netmask: 255.255.255.0 adresa ip inceput: 85.162.189.1 adresa ip final: 85.162.189.255 Nr IP-uri totale = 256 de IP = 2^8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Ioana</dc:creator>
  <cp:lastModifiedBy>Marc Muresan</cp:lastModifiedBy>
  <cp:revision>4</cp:revision>
  <dcterms:created xsi:type="dcterms:W3CDTF">2023-11-25T08:48:00Z</dcterms:created>
  <dcterms:modified xsi:type="dcterms:W3CDTF">2026-01-07T07:02:23Z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E8BC39DD3317449FA44F18069155FFFA_11</vt:lpwstr>
  </property>
  <property fmtid="{D5CDD505-2E9C-101B-9397-08002B2CF9AE}" pid="3" name="KSOProductBuildVer">
    <vt:lpwstr>1033-12.2.0.23155</vt:lpwstr>
  </property>
  <property fmtid="{D5CDD505-2E9C-101B-9397-08002B2CF9AE}" pid="4" name="ContentTypeId">
    <vt:lpwstr>0x0101009FC1E84816DE8C4AACBA26FEBEAB3FFD</vt:lpwstr>
  </property>
</Properties>
</file>